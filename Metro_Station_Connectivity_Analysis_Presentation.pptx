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Metro Station Connectivity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GraphX and Visualization</a:t>
            </a:r>
          </a:p>
          <a:p>
            <a:r>
              <a:t>Lovely Professional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 statement and objectives</a:t>
            </a:r>
          </a:p>
          <a:p>
            <a:pPr>
              <a:defRPr sz="2000"/>
            </a:pPr>
            <a:r>
              <a:t>Dataset and graph modeling approach</a:t>
            </a:r>
          </a:p>
          <a:p>
            <a:pPr>
              <a:defRPr sz="2000"/>
            </a:pPr>
            <a:r>
              <a:t>GraphX implementation and metrics</a:t>
            </a:r>
          </a:p>
          <a:p>
            <a:pPr>
              <a:defRPr sz="2000"/>
            </a:pPr>
            <a:r>
              <a:t>Dashboard visualizations and insights</a:t>
            </a:r>
          </a:p>
          <a:p>
            <a:pPr>
              <a:defRPr sz="2000"/>
            </a:pPr>
            <a:r>
              <a:t>Limitations, future scope,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Metro systems are complex, interconnected transport networks.</a:t>
            </a:r>
          </a:p>
          <a:p>
            <a:pPr>
              <a:defRPr sz="2400"/>
            </a:pPr>
            <a:r>
              <a:t>Need to identify critical hubs, weak links, and station importance.</a:t>
            </a:r>
          </a:p>
          <a:p>
            <a:pPr>
              <a:defRPr sz="2400"/>
            </a:pPr>
            <a:r>
              <a:t>Traditional tabular analysis misses graph-level behavior.</a:t>
            </a:r>
          </a:p>
          <a:p>
            <a:pPr>
              <a:defRPr sz="2400"/>
            </a:pPr>
            <a:r>
              <a:t>Graph analytics enables scalable, data-driven network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Build directed graph from metro routes</a:t>
            </a:r>
          </a:p>
          <a:p>
            <a:pPr>
              <a:defRPr sz="2000"/>
            </a:pPr>
            <a:r>
              <a:t>Compute degree centrality (busiest/least connected)</a:t>
            </a:r>
          </a:p>
          <a:p>
            <a:pPr>
              <a:defRPr sz="2000"/>
            </a:pPr>
            <a:r>
              <a:t>Detect isolated stations</a:t>
            </a:r>
          </a:p>
          <a:p>
            <a:pPr>
              <a:defRPr sz="2000"/>
            </a:pPr>
            <a:r>
              <a:t>Compute PageRank for station influence</a:t>
            </a:r>
          </a:p>
          <a:p>
            <a:pPr>
              <a:defRPr sz="2000"/>
            </a:pPr>
            <a:r>
              <a:t>Visualize connectivity with dashboard panels</a:t>
            </a:r>
          </a:p>
          <a:p>
            <a:pPr>
              <a:defRPr sz="2000"/>
            </a:pPr>
            <a:r>
              <a:t>Demonstrate Random Forest traffic prediction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Source: metro.csv</a:t>
            </a:r>
          </a:p>
          <a:p>
            <a:pPr>
              <a:defRPr sz="2400"/>
            </a:pPr>
            <a:r>
              <a:t>Columns: Station ID, Station Name, Metro Line, Distance, Latitude, Longitude, Layout, Opened Year</a:t>
            </a:r>
          </a:p>
          <a:p>
            <a:pPr>
              <a:defRPr sz="2400"/>
            </a:pPr>
            <a:r>
              <a:t>Preprocessing: numeric conversion, null removal, coordinate filtering</a:t>
            </a:r>
          </a:p>
          <a:p>
            <a:pPr>
              <a:defRPr sz="2400"/>
            </a:pPr>
            <a:r>
              <a:t>Station names normalized for interchange consistency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Read and clean station data</a:t>
            </a:r>
          </a:p>
          <a:p>
            <a:pPr>
              <a:defRPr sz="2000"/>
            </a:pPr>
            <a:r>
              <a:t>2) Build vertices from normalized station names</a:t>
            </a:r>
          </a:p>
          <a:p>
            <a:pPr>
              <a:defRPr sz="2000"/>
            </a:pPr>
            <a:r>
              <a:t>3) Build directed edges line-wise by station distance order</a:t>
            </a:r>
          </a:p>
          <a:p>
            <a:pPr>
              <a:defRPr sz="2000"/>
            </a:pPr>
            <a:r>
              <a:t>4) Create GraphX graph and compute degree / in-degree / out-degree</a:t>
            </a:r>
          </a:p>
          <a:p>
            <a:pPr>
              <a:defRPr sz="2000"/>
            </a:pPr>
            <a:r>
              <a:t>5) Run PageRank for global station influence</a:t>
            </a:r>
          </a:p>
          <a:p>
            <a:pPr>
              <a:defRPr sz="2000"/>
            </a:pPr>
            <a:r>
              <a:t>6) Generate dashboard and panel-wise PNG outputs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GraphX Implementation (Scala)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Uses Spark GraphX with hashed VertexId from normalized station key</a:t>
            </a:r>
          </a:p>
          <a:p>
            <a:pPr>
              <a:defRPr sz="2000"/>
            </a:pPr>
            <a:r>
              <a:t>Edge creation: consecutive station pairs per metro line</a:t>
            </a:r>
          </a:p>
          <a:p>
            <a:pPr>
              <a:defRPr sz="2000"/>
            </a:pPr>
            <a:r>
              <a:t>Metrics: degree centrality, in-degree, out-degree, PageRank</a:t>
            </a:r>
          </a:p>
          <a:p>
            <a:pPr>
              <a:defRPr sz="2000"/>
            </a:pPr>
            <a:r>
              <a:t>Outputs top busiest, least connected, isolated, and top PageRank stations</a:t>
            </a:r>
          </a:p>
          <a:p>
            <a:pPr>
              <a:defRPr sz="2000"/>
            </a:pPr>
            <a:r>
              <a:t>Script file: metro_gx.scala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Results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Busiest hubs are interchange-rich stations (e.g., Kashmere Gate, Rajiv Chowk, Hauz Khas).</a:t>
            </a:r>
          </a:p>
          <a:p>
            <a:pPr>
              <a:defRPr sz="2400"/>
            </a:pPr>
            <a:r>
              <a:t>Least connected stations are mostly terminal/end stations.</a:t>
            </a:r>
          </a:p>
          <a:p>
            <a:pPr>
              <a:defRPr sz="2400"/>
            </a:pPr>
            <a:r>
              <a:t>Isolated station check reports no isolated nodes in constructed network.</a:t>
            </a:r>
          </a:p>
          <a:p>
            <a:pPr>
              <a:defRPr sz="2400"/>
            </a:pPr>
            <a:r>
              <a:t>PageRank highlights globally influential stations beyond local degree 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Dashboard: Combined View</a:t>
            </a:r>
          </a:p>
        </p:txBody>
      </p:sp>
      <p:pic>
        <p:nvPicPr>
          <p:cNvPr id="3" name="Picture 2" descr="metr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Map + topology + ranking + line distribution in a single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1: Geographic Network Map</a:t>
            </a:r>
          </a:p>
        </p:txBody>
      </p:sp>
      <p:pic>
        <p:nvPicPr>
          <p:cNvPr id="3" name="Picture 2" descr="metro_map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Geo map with route lines and PageRank-encoded station markers.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2: Connectivity Topology Graph</a:t>
            </a:r>
          </a:p>
        </p:txBody>
      </p:sp>
      <p:pic>
        <p:nvPicPr>
          <p:cNvPr id="3" name="Picture 2" descr="metro_connectivity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Non-geographic graph layout for structural connectivity interpretation.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Panel 3 &amp; 4: Ranking and Line Distribution</a:t>
            </a:r>
          </a:p>
        </p:txBody>
      </p:sp>
      <p:pic>
        <p:nvPicPr>
          <p:cNvPr id="3" name="Picture 2" descr="metro_pagerank_to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0972800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Top stations by PageRank.</a:t>
            </a:r>
          </a:p>
        </p:txBody>
      </p:sp>
      <p:pic>
        <p:nvPicPr>
          <p:cNvPr id="5" name="Picture 4" descr="metro_stations_per_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3949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Random Forest model uses graph-derived features: degree, in-degree, out-degree, PageRank, num_lines.</a:t>
            </a:r>
          </a:p>
          <a:p>
            <a:pPr>
              <a:defRPr sz="2400"/>
            </a:pPr>
            <a:r>
              <a:t>Current dataset has no real passenger labels; proxy target used for assignment demonstration.</a:t>
            </a:r>
          </a:p>
          <a:p>
            <a:pPr>
              <a:defRPr sz="2400"/>
            </a:pPr>
            <a:r>
              <a:t>Pipeline still demonstrates feature engineering, training, and prediction export.</a:t>
            </a:r>
          </a:p>
          <a:p>
            <a:pPr>
              <a:defRPr sz="2400"/>
            </a:pPr>
            <a:r>
              <a:t>Output file: station_analysis_with_predictions.csv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No real-time train operations and delay feeds in current dataset</a:t>
            </a:r>
          </a:p>
          <a:p>
            <a:pPr>
              <a:defRPr sz="2400"/>
            </a:pPr>
            <a:r>
              <a:t>No true passenger-count labels for supervised forecasting</a:t>
            </a:r>
          </a:p>
          <a:p>
            <a:pPr>
              <a:defRPr sz="2400"/>
            </a:pPr>
            <a:r>
              <a:t>Future: temporal graph modeling, live data integration, demand forecasting</a:t>
            </a:r>
          </a:p>
          <a:p>
            <a:pPr>
              <a:defRPr sz="2400"/>
            </a:pPr>
            <a:r>
              <a:t>Future: interactive web dashboard and scenario simulation for planning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Graph-based metro analysis reveals critical stations and route structure effectively.</a:t>
            </a:r>
          </a:p>
          <a:p>
            <a:pPr>
              <a:defRPr sz="2400"/>
            </a:pPr>
            <a:r>
              <a:t>GraphX + visualization provides scalable and interpretable workflow.</a:t>
            </a:r>
          </a:p>
          <a:p>
            <a:pPr>
              <a:defRPr sz="2400"/>
            </a:pPr>
            <a:r>
              <a:t>Framework is ready for extension to real-world transport intelligence systems.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Questions?</a:t>
            </a:r>
          </a:p>
          <a:p>
            <a:pPr>
              <a:defRPr sz="2400"/>
            </a:pPr>
            <a:r>
              <a:t>Repository: https://github.com/hritu1701/Metro-Network-Analysis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